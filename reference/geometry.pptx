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6"/>
    <p:restoredTop sz="94640"/>
  </p:normalViewPr>
  <p:slideViewPr>
    <p:cSldViewPr snapToGrid="0">
      <p:cViewPr>
        <p:scale>
          <a:sx n="82" d="100"/>
          <a:sy n="82" d="100"/>
        </p:scale>
        <p:origin x="2800" y="2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9751-FC4A-FA29-A3E7-A6C0BFBE8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20185-AD8E-AECE-F3F6-FE85D3047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9CC23-3E64-72F8-6E7B-1DA63A18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74722-B200-B691-2EE9-D485952E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9626-033F-FA94-FAFD-1638F231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9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171B-5F18-40E3-B1F6-44E551D2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53605-CB57-477F-A161-08F81C2D1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3A43-6BE2-544A-2020-57A68DA5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8DA8A-2C7F-26D4-3904-249AB4F4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EBCD5-7204-C306-72C2-38CBA54F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0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88EE-E3F5-4CE3-94E6-F5B95417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E085D-ED9E-F40D-399F-5FEDE8104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298CC-5D16-871C-B567-FE4F9755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A4564-212F-B5E1-0C60-FE78D6EC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DB81-5408-96A4-D841-CB6B4A8E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9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43D5-4414-A272-5F05-91CC4673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FA318-84E9-7443-711D-8C0D6BA1A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C405A-1402-2981-ECA8-411B835D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F0D50-C259-DF3F-4B5C-9BEC7C77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970A5-5751-0441-5C93-7E04541D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1F926-E895-A700-5C87-2B7683B6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66CE-3AEC-9AD6-6ACF-454C54BF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DAB3-E3EA-0F35-0D67-21BA93CC5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8DF80-E413-19BB-C2C3-7FCBD614C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9CB71-8792-1A08-0A32-6DEE72552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73D9A-EBC8-5B3B-1B6C-6F13F602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40151-03DE-3F3A-4AF1-CF57CE42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C0485-FC39-4D7F-3495-587ED7CE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C92B0-BE82-E8F3-C96D-F0CA763B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3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68C1-F727-FDDE-905A-E5BE3B1C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D10A5-E398-4331-F369-E8B3DA74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687A9-020D-556E-3B7B-16002524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32173-F11B-ECA0-4C5B-33F727A1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2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AA589-C8F0-30AC-A69D-53E66B8E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65EC4-7CA5-8956-F696-DAC28EFA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6E6C1-B845-7404-B937-03D7C2BA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2887-6EA6-00ED-8D3A-06DB81DC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577E-D7E7-EB40-E4EA-57F640ED6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40A41-FA4F-AE85-E08A-349610B04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0EF38-55E3-1345-15F7-0E107A12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BE172-3A2B-21B1-51F2-5AA55BD3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B72D3-DB49-ADED-9F0A-7DC522BF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6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33B2-D1A9-EB21-4D6D-BD03FD74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D15E9-DDEB-BB31-7691-9E6F87595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A59FE-CE83-D8E4-DA7C-CA7714134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3DC4E-1015-97E3-6544-C346B23B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B91F4-9964-4812-29C1-964960AD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ADED7-CDC0-29A6-B622-EABA4338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8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D99D-0D25-0D80-B575-7048042F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9A2EC-3121-3087-8205-E1FE4B63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AF0A-E26E-451D-315D-2E3EECE9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6972-4611-5FD4-D481-8FEFE667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908CA-58FA-81F3-AE4E-177C4C08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1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F41E8-D648-6675-3EBF-A3496BCAA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DAA03-AEFD-9F03-CB80-F057E66B7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AAF1-53D1-052F-B753-99324969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69622-4B6E-E17E-36AE-A02C0015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69106-FBC7-2DD2-88DD-36EE80B0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7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36813-55E3-1E22-06F7-787F82EC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F9557-D2F1-86D0-AA3C-BACDA293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4A53-8826-E276-38AC-8417FC474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27534-7297-E745-852A-2A9DC92569DB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3F7DB-E382-A1AB-60CC-10C6CBC30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FD67C-EC48-9E04-16D1-C616823C1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E8BE6-DE70-A447-A4AA-A38BBF86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9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2D0EF738-4914-51A1-BBA5-0B60462BE659}"/>
              </a:ext>
            </a:extLst>
          </p:cNvPr>
          <p:cNvSpPr/>
          <p:nvPr/>
        </p:nvSpPr>
        <p:spPr>
          <a:xfrm>
            <a:off x="9490811" y="742621"/>
            <a:ext cx="1831228" cy="183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3C5A58D-F1E8-E846-B583-A32A25F91978}"/>
              </a:ext>
            </a:extLst>
          </p:cNvPr>
          <p:cNvSpPr/>
          <p:nvPr/>
        </p:nvSpPr>
        <p:spPr>
          <a:xfrm rot="2700000">
            <a:off x="10131992" y="2310456"/>
            <a:ext cx="544285" cy="526785"/>
          </a:xfrm>
          <a:prstGeom prst="rect">
            <a:avLst/>
          </a:pr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954C6-0465-282A-3D2C-6DF39DACF129}"/>
              </a:ext>
            </a:extLst>
          </p:cNvPr>
          <p:cNvSpPr/>
          <p:nvPr/>
        </p:nvSpPr>
        <p:spPr>
          <a:xfrm>
            <a:off x="652342" y="4485502"/>
            <a:ext cx="1831228" cy="183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9D471-5CB0-8F29-0F92-7817F6BC9D35}"/>
              </a:ext>
            </a:extLst>
          </p:cNvPr>
          <p:cNvSpPr/>
          <p:nvPr/>
        </p:nvSpPr>
        <p:spPr>
          <a:xfrm rot="18900000">
            <a:off x="652342" y="4485501"/>
            <a:ext cx="1831228" cy="1831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01AA27-AA4F-B844-C4FE-0FEBF7401100}"/>
              </a:ext>
            </a:extLst>
          </p:cNvPr>
          <p:cNvCxnSpPr/>
          <p:nvPr/>
        </p:nvCxnSpPr>
        <p:spPr>
          <a:xfrm>
            <a:off x="1567956" y="4106241"/>
            <a:ext cx="0" cy="258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F80F3B-D9E3-7F22-B765-5F7EDA73EA25}"/>
              </a:ext>
            </a:extLst>
          </p:cNvPr>
          <p:cNvCxnSpPr/>
          <p:nvPr/>
        </p:nvCxnSpPr>
        <p:spPr>
          <a:xfrm>
            <a:off x="273082" y="5401115"/>
            <a:ext cx="2589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ECDAEF-8B66-C350-C2E8-4D4F602D3089}"/>
              </a:ext>
            </a:extLst>
          </p:cNvPr>
          <p:cNvCxnSpPr/>
          <p:nvPr/>
        </p:nvCxnSpPr>
        <p:spPr>
          <a:xfrm>
            <a:off x="1933842" y="4485502"/>
            <a:ext cx="0" cy="526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D88B6-DA1F-526D-8B24-C8E6624F59D1}"/>
              </a:ext>
            </a:extLst>
          </p:cNvPr>
          <p:cNvCxnSpPr/>
          <p:nvPr/>
        </p:nvCxnSpPr>
        <p:spPr>
          <a:xfrm>
            <a:off x="1933842" y="5014649"/>
            <a:ext cx="5442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CD31B8-81EF-45F2-CE16-F64726787332}"/>
              </a:ext>
            </a:extLst>
          </p:cNvPr>
          <p:cNvSpPr txBox="1"/>
          <p:nvPr/>
        </p:nvSpPr>
        <p:spPr>
          <a:xfrm>
            <a:off x="1886807" y="3832673"/>
            <a:ext cx="319177" cy="2627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A=1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2514D-1349-1B47-0AF9-10D8ABC38D3B}"/>
              </a:ext>
            </a:extLst>
          </p:cNvPr>
          <p:cNvCxnSpPr>
            <a:cxnSpLocks/>
          </p:cNvCxnSpPr>
          <p:nvPr/>
        </p:nvCxnSpPr>
        <p:spPr>
          <a:xfrm>
            <a:off x="1566990" y="4100820"/>
            <a:ext cx="9156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7103D5-A372-D676-01D0-7C8D492207C7}"/>
              </a:ext>
            </a:extLst>
          </p:cNvPr>
          <p:cNvCxnSpPr>
            <a:cxnSpLocks/>
          </p:cNvCxnSpPr>
          <p:nvPr/>
        </p:nvCxnSpPr>
        <p:spPr>
          <a:xfrm flipV="1">
            <a:off x="2865238" y="5012287"/>
            <a:ext cx="0" cy="388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E0BDAB-9A50-E11F-D16D-B82014A307D5}"/>
              </a:ext>
            </a:extLst>
          </p:cNvPr>
          <p:cNvSpPr txBox="1"/>
          <p:nvPr/>
        </p:nvSpPr>
        <p:spPr>
          <a:xfrm>
            <a:off x="2932342" y="5049917"/>
            <a:ext cx="860082" cy="3693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B=sqrt(2)-1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E49C19-850B-5BE1-0731-D73FA441E896}"/>
              </a:ext>
            </a:extLst>
          </p:cNvPr>
          <p:cNvCxnSpPr>
            <a:cxnSpLocks/>
          </p:cNvCxnSpPr>
          <p:nvPr/>
        </p:nvCxnSpPr>
        <p:spPr>
          <a:xfrm flipV="1">
            <a:off x="2865238" y="4485502"/>
            <a:ext cx="0" cy="526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F0BA0F-4673-26C5-D26B-89256E9CFE0D}"/>
              </a:ext>
            </a:extLst>
          </p:cNvPr>
          <p:cNvSpPr txBox="1"/>
          <p:nvPr/>
        </p:nvSpPr>
        <p:spPr>
          <a:xfrm>
            <a:off x="2904448" y="4564228"/>
            <a:ext cx="860082" cy="3693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C=2-sqrt(2)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36E9B1-9899-AC7B-C0B3-09A017D82DA2}"/>
              </a:ext>
            </a:extLst>
          </p:cNvPr>
          <p:cNvCxnSpPr>
            <a:cxnSpLocks/>
          </p:cNvCxnSpPr>
          <p:nvPr/>
        </p:nvCxnSpPr>
        <p:spPr>
          <a:xfrm>
            <a:off x="2456562" y="4100820"/>
            <a:ext cx="3847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D7D492-B777-AABC-ADBB-F103B567C5A8}"/>
              </a:ext>
            </a:extLst>
          </p:cNvPr>
          <p:cNvSpPr txBox="1"/>
          <p:nvPr/>
        </p:nvSpPr>
        <p:spPr>
          <a:xfrm>
            <a:off x="2517537" y="3824934"/>
            <a:ext cx="860082" cy="3693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B=sqrt(2)-1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C930C5-8D80-49C4-20FE-DF0F1A49E35A}"/>
              </a:ext>
            </a:extLst>
          </p:cNvPr>
          <p:cNvSpPr/>
          <p:nvPr/>
        </p:nvSpPr>
        <p:spPr>
          <a:xfrm>
            <a:off x="3516580" y="793398"/>
            <a:ext cx="1831228" cy="183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672CC-9414-07F0-8BD0-6BE7D123788A}"/>
              </a:ext>
            </a:extLst>
          </p:cNvPr>
          <p:cNvSpPr/>
          <p:nvPr/>
        </p:nvSpPr>
        <p:spPr>
          <a:xfrm rot="18900000">
            <a:off x="3516580" y="793397"/>
            <a:ext cx="1831228" cy="1831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BD8FF4-DF51-8804-A1C7-AEE50FC43998}"/>
              </a:ext>
            </a:extLst>
          </p:cNvPr>
          <p:cNvCxnSpPr/>
          <p:nvPr/>
        </p:nvCxnSpPr>
        <p:spPr>
          <a:xfrm>
            <a:off x="4432194" y="414137"/>
            <a:ext cx="0" cy="258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E25663-5250-7176-C031-BE7F62964E68}"/>
              </a:ext>
            </a:extLst>
          </p:cNvPr>
          <p:cNvCxnSpPr/>
          <p:nvPr/>
        </p:nvCxnSpPr>
        <p:spPr>
          <a:xfrm>
            <a:off x="3137320" y="1709011"/>
            <a:ext cx="2589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208B04A-45D7-E38A-C2AF-F928A18B3032}"/>
              </a:ext>
            </a:extLst>
          </p:cNvPr>
          <p:cNvCxnSpPr/>
          <p:nvPr/>
        </p:nvCxnSpPr>
        <p:spPr>
          <a:xfrm>
            <a:off x="4798080" y="793398"/>
            <a:ext cx="0" cy="526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34FF36-47D1-9756-E59E-8AB70CB83436}"/>
              </a:ext>
            </a:extLst>
          </p:cNvPr>
          <p:cNvCxnSpPr/>
          <p:nvPr/>
        </p:nvCxnSpPr>
        <p:spPr>
          <a:xfrm>
            <a:off x="4798080" y="1322545"/>
            <a:ext cx="5442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>
            <a:extLst>
              <a:ext uri="{FF2B5EF4-FFF2-40B4-BE49-F238E27FC236}">
                <a16:creationId xmlns:a16="http://schemas.microsoft.com/office/drawing/2014/main" id="{7E93DF24-2176-ACDE-42B1-4A2FA8370C16}"/>
              </a:ext>
            </a:extLst>
          </p:cNvPr>
          <p:cNvSpPr/>
          <p:nvPr/>
        </p:nvSpPr>
        <p:spPr>
          <a:xfrm>
            <a:off x="3132929" y="406779"/>
            <a:ext cx="2585318" cy="2591897"/>
          </a:xfrm>
          <a:custGeom>
            <a:avLst/>
            <a:gdLst>
              <a:gd name="csX0" fmla="*/ 1289370 w 2585318"/>
              <a:gd name="csY0" fmla="*/ 0 h 2591897"/>
              <a:gd name="csX1" fmla="*/ 1664340 w 2585318"/>
              <a:gd name="csY1" fmla="*/ 381548 h 2591897"/>
              <a:gd name="csX2" fmla="*/ 1664340 w 2585318"/>
              <a:gd name="csY2" fmla="*/ 914400 h 2591897"/>
              <a:gd name="csX3" fmla="*/ 2210349 w 2585318"/>
              <a:gd name="csY3" fmla="*/ 914400 h 2591897"/>
              <a:gd name="csX4" fmla="*/ 2585318 w 2585318"/>
              <a:gd name="csY4" fmla="*/ 1302527 h 2591897"/>
              <a:gd name="csX5" fmla="*/ 2210349 w 2585318"/>
              <a:gd name="csY5" fmla="*/ 1690653 h 2591897"/>
              <a:gd name="csX6" fmla="*/ 1697232 w 2585318"/>
              <a:gd name="csY6" fmla="*/ 1677497 h 2591897"/>
              <a:gd name="csX7" fmla="*/ 1690654 w 2585318"/>
              <a:gd name="csY7" fmla="*/ 2203770 h 2591897"/>
              <a:gd name="csX8" fmla="*/ 1289370 w 2585318"/>
              <a:gd name="csY8" fmla="*/ 2591897 h 2591897"/>
              <a:gd name="csX9" fmla="*/ 920979 w 2585318"/>
              <a:gd name="csY9" fmla="*/ 2216927 h 2591897"/>
              <a:gd name="csX10" fmla="*/ 914400 w 2585318"/>
              <a:gd name="csY10" fmla="*/ 1697232 h 2591897"/>
              <a:gd name="csX11" fmla="*/ 388127 w 2585318"/>
              <a:gd name="csY11" fmla="*/ 1677497 h 2591897"/>
              <a:gd name="csX12" fmla="*/ 0 w 2585318"/>
              <a:gd name="csY12" fmla="*/ 1295948 h 2591897"/>
              <a:gd name="csX13" fmla="*/ 374970 w 2585318"/>
              <a:gd name="csY13" fmla="*/ 920979 h 2591897"/>
              <a:gd name="csX14" fmla="*/ 894665 w 2585318"/>
              <a:gd name="csY14" fmla="*/ 920979 h 2591897"/>
              <a:gd name="csX15" fmla="*/ 901244 w 2585318"/>
              <a:gd name="csY15" fmla="*/ 388127 h 2591897"/>
              <a:gd name="csX16" fmla="*/ 1289370 w 2585318"/>
              <a:gd name="csY16" fmla="*/ 0 h 25918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85318" h="2591897">
                <a:moveTo>
                  <a:pt x="1289370" y="0"/>
                </a:moveTo>
                <a:lnTo>
                  <a:pt x="1664340" y="381548"/>
                </a:lnTo>
                <a:lnTo>
                  <a:pt x="1664340" y="914400"/>
                </a:lnTo>
                <a:lnTo>
                  <a:pt x="2210349" y="914400"/>
                </a:lnTo>
                <a:lnTo>
                  <a:pt x="2585318" y="1302527"/>
                </a:lnTo>
                <a:lnTo>
                  <a:pt x="2210349" y="1690653"/>
                </a:lnTo>
                <a:lnTo>
                  <a:pt x="1697232" y="1677497"/>
                </a:lnTo>
                <a:cubicBezTo>
                  <a:pt x="1695039" y="1852921"/>
                  <a:pt x="1692847" y="2028346"/>
                  <a:pt x="1690654" y="2203770"/>
                </a:cubicBezTo>
                <a:lnTo>
                  <a:pt x="1289370" y="2591897"/>
                </a:lnTo>
                <a:lnTo>
                  <a:pt x="920979" y="2216927"/>
                </a:lnTo>
                <a:lnTo>
                  <a:pt x="914400" y="1697232"/>
                </a:lnTo>
                <a:lnTo>
                  <a:pt x="388127" y="1677497"/>
                </a:lnTo>
                <a:lnTo>
                  <a:pt x="0" y="1295948"/>
                </a:lnTo>
                <a:lnTo>
                  <a:pt x="374970" y="920979"/>
                </a:lnTo>
                <a:lnTo>
                  <a:pt x="894665" y="920979"/>
                </a:lnTo>
                <a:lnTo>
                  <a:pt x="901244" y="388127"/>
                </a:lnTo>
                <a:lnTo>
                  <a:pt x="1289370" y="0"/>
                </a:lnTo>
                <a:close/>
              </a:path>
            </a:pathLst>
          </a:custGeom>
          <a:solidFill>
            <a:srgbClr val="156082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7AECB7-3AB1-6B59-CA74-FF6701490796}"/>
              </a:ext>
            </a:extLst>
          </p:cNvPr>
          <p:cNvSpPr/>
          <p:nvPr/>
        </p:nvSpPr>
        <p:spPr>
          <a:xfrm>
            <a:off x="6686297" y="727614"/>
            <a:ext cx="1831228" cy="183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EBF8BE-CAE0-AF3C-69E4-DC657C3F3A54}"/>
              </a:ext>
            </a:extLst>
          </p:cNvPr>
          <p:cNvSpPr/>
          <p:nvPr/>
        </p:nvSpPr>
        <p:spPr>
          <a:xfrm rot="18900000">
            <a:off x="6686297" y="727613"/>
            <a:ext cx="1831228" cy="1831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0FFF2B-A10E-A8B2-D135-C0A4DB5EF14E}"/>
              </a:ext>
            </a:extLst>
          </p:cNvPr>
          <p:cNvCxnSpPr/>
          <p:nvPr/>
        </p:nvCxnSpPr>
        <p:spPr>
          <a:xfrm>
            <a:off x="7601911" y="348353"/>
            <a:ext cx="0" cy="258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ACD17D-C741-CEB8-D5A2-A503BB5580AB}"/>
              </a:ext>
            </a:extLst>
          </p:cNvPr>
          <p:cNvCxnSpPr/>
          <p:nvPr/>
        </p:nvCxnSpPr>
        <p:spPr>
          <a:xfrm>
            <a:off x="6307037" y="1643227"/>
            <a:ext cx="2589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AC94D0-AEB6-2B84-1504-5EE318C1DE9F}"/>
              </a:ext>
            </a:extLst>
          </p:cNvPr>
          <p:cNvCxnSpPr/>
          <p:nvPr/>
        </p:nvCxnSpPr>
        <p:spPr>
          <a:xfrm>
            <a:off x="7967797" y="727614"/>
            <a:ext cx="0" cy="526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47D258A-6926-47CD-088F-14FEEF472526}"/>
              </a:ext>
            </a:extLst>
          </p:cNvPr>
          <p:cNvCxnSpPr/>
          <p:nvPr/>
        </p:nvCxnSpPr>
        <p:spPr>
          <a:xfrm>
            <a:off x="7967797" y="1256761"/>
            <a:ext cx="5442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>
            <a:extLst>
              <a:ext uri="{FF2B5EF4-FFF2-40B4-BE49-F238E27FC236}">
                <a16:creationId xmlns:a16="http://schemas.microsoft.com/office/drawing/2014/main" id="{E1FFFD86-D67B-9BB8-1B00-04F538502583}"/>
              </a:ext>
            </a:extLst>
          </p:cNvPr>
          <p:cNvSpPr/>
          <p:nvPr/>
        </p:nvSpPr>
        <p:spPr>
          <a:xfrm rot="2700000">
            <a:off x="6302646" y="340995"/>
            <a:ext cx="2585318" cy="2591897"/>
          </a:xfrm>
          <a:custGeom>
            <a:avLst/>
            <a:gdLst>
              <a:gd name="csX0" fmla="*/ 1289370 w 2585318"/>
              <a:gd name="csY0" fmla="*/ 0 h 2591897"/>
              <a:gd name="csX1" fmla="*/ 1664340 w 2585318"/>
              <a:gd name="csY1" fmla="*/ 381548 h 2591897"/>
              <a:gd name="csX2" fmla="*/ 1664340 w 2585318"/>
              <a:gd name="csY2" fmla="*/ 914400 h 2591897"/>
              <a:gd name="csX3" fmla="*/ 2210349 w 2585318"/>
              <a:gd name="csY3" fmla="*/ 914400 h 2591897"/>
              <a:gd name="csX4" fmla="*/ 2585318 w 2585318"/>
              <a:gd name="csY4" fmla="*/ 1302527 h 2591897"/>
              <a:gd name="csX5" fmla="*/ 2210349 w 2585318"/>
              <a:gd name="csY5" fmla="*/ 1690653 h 2591897"/>
              <a:gd name="csX6" fmla="*/ 1697232 w 2585318"/>
              <a:gd name="csY6" fmla="*/ 1677497 h 2591897"/>
              <a:gd name="csX7" fmla="*/ 1690654 w 2585318"/>
              <a:gd name="csY7" fmla="*/ 2203770 h 2591897"/>
              <a:gd name="csX8" fmla="*/ 1289370 w 2585318"/>
              <a:gd name="csY8" fmla="*/ 2591897 h 2591897"/>
              <a:gd name="csX9" fmla="*/ 920979 w 2585318"/>
              <a:gd name="csY9" fmla="*/ 2216927 h 2591897"/>
              <a:gd name="csX10" fmla="*/ 914400 w 2585318"/>
              <a:gd name="csY10" fmla="*/ 1697232 h 2591897"/>
              <a:gd name="csX11" fmla="*/ 388127 w 2585318"/>
              <a:gd name="csY11" fmla="*/ 1677497 h 2591897"/>
              <a:gd name="csX12" fmla="*/ 0 w 2585318"/>
              <a:gd name="csY12" fmla="*/ 1295948 h 2591897"/>
              <a:gd name="csX13" fmla="*/ 374970 w 2585318"/>
              <a:gd name="csY13" fmla="*/ 920979 h 2591897"/>
              <a:gd name="csX14" fmla="*/ 894665 w 2585318"/>
              <a:gd name="csY14" fmla="*/ 920979 h 2591897"/>
              <a:gd name="csX15" fmla="*/ 901244 w 2585318"/>
              <a:gd name="csY15" fmla="*/ 388127 h 2591897"/>
              <a:gd name="csX16" fmla="*/ 1289370 w 2585318"/>
              <a:gd name="csY16" fmla="*/ 0 h 25918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85318" h="2591897">
                <a:moveTo>
                  <a:pt x="1289370" y="0"/>
                </a:moveTo>
                <a:lnTo>
                  <a:pt x="1664340" y="381548"/>
                </a:lnTo>
                <a:lnTo>
                  <a:pt x="1664340" y="914400"/>
                </a:lnTo>
                <a:lnTo>
                  <a:pt x="2210349" y="914400"/>
                </a:lnTo>
                <a:lnTo>
                  <a:pt x="2585318" y="1302527"/>
                </a:lnTo>
                <a:lnTo>
                  <a:pt x="2210349" y="1690653"/>
                </a:lnTo>
                <a:lnTo>
                  <a:pt x="1697232" y="1677497"/>
                </a:lnTo>
                <a:cubicBezTo>
                  <a:pt x="1695039" y="1852921"/>
                  <a:pt x="1692847" y="2028346"/>
                  <a:pt x="1690654" y="2203770"/>
                </a:cubicBezTo>
                <a:lnTo>
                  <a:pt x="1289370" y="2591897"/>
                </a:lnTo>
                <a:lnTo>
                  <a:pt x="920979" y="2216927"/>
                </a:lnTo>
                <a:lnTo>
                  <a:pt x="914400" y="1697232"/>
                </a:lnTo>
                <a:lnTo>
                  <a:pt x="388127" y="1677497"/>
                </a:lnTo>
                <a:lnTo>
                  <a:pt x="0" y="1295948"/>
                </a:lnTo>
                <a:lnTo>
                  <a:pt x="374970" y="920979"/>
                </a:lnTo>
                <a:lnTo>
                  <a:pt x="894665" y="920979"/>
                </a:lnTo>
                <a:lnTo>
                  <a:pt x="901244" y="388127"/>
                </a:lnTo>
                <a:lnTo>
                  <a:pt x="1289370" y="0"/>
                </a:lnTo>
                <a:close/>
              </a:path>
            </a:pathLst>
          </a:custGeom>
          <a:solidFill>
            <a:srgbClr val="156082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E90B9D-EC71-7E2C-4F41-BEEBA015105B}"/>
              </a:ext>
            </a:extLst>
          </p:cNvPr>
          <p:cNvSpPr txBox="1"/>
          <p:nvPr/>
        </p:nvSpPr>
        <p:spPr>
          <a:xfrm>
            <a:off x="5419603" y="1498090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5B4BD6-7E14-69F1-8824-6EFE6ACF4D48}"/>
              </a:ext>
            </a:extLst>
          </p:cNvPr>
          <p:cNvSpPr txBox="1"/>
          <p:nvPr/>
        </p:nvSpPr>
        <p:spPr>
          <a:xfrm>
            <a:off x="4932571" y="1288773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546EAF-84AF-ACDF-ADF4-38B17198D258}"/>
              </a:ext>
            </a:extLst>
          </p:cNvPr>
          <p:cNvSpPr txBox="1"/>
          <p:nvPr/>
        </p:nvSpPr>
        <p:spPr>
          <a:xfrm>
            <a:off x="4632413" y="922385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56592B-AB6E-325B-057D-6653740164FC}"/>
              </a:ext>
            </a:extLst>
          </p:cNvPr>
          <p:cNvSpPr txBox="1"/>
          <p:nvPr/>
        </p:nvSpPr>
        <p:spPr>
          <a:xfrm>
            <a:off x="5207434" y="138052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F3F5B2-6610-7DDB-5F84-25552A639521}"/>
              </a:ext>
            </a:extLst>
          </p:cNvPr>
          <p:cNvCxnSpPr>
            <a:cxnSpLocks/>
          </p:cNvCxnSpPr>
          <p:nvPr/>
        </p:nvCxnSpPr>
        <p:spPr>
          <a:xfrm flipH="1">
            <a:off x="1203638" y="5948622"/>
            <a:ext cx="363352" cy="368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2EC89DD-3A1C-B1A5-4E7E-6D9C0E792E55}"/>
              </a:ext>
            </a:extLst>
          </p:cNvPr>
          <p:cNvCxnSpPr>
            <a:cxnSpLocks/>
          </p:cNvCxnSpPr>
          <p:nvPr/>
        </p:nvCxnSpPr>
        <p:spPr>
          <a:xfrm flipH="1">
            <a:off x="649934" y="5410294"/>
            <a:ext cx="363352" cy="368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21B1C1-9BA3-AE2B-0966-B2E189798C64}"/>
              </a:ext>
            </a:extLst>
          </p:cNvPr>
          <p:cNvCxnSpPr>
            <a:cxnSpLocks/>
          </p:cNvCxnSpPr>
          <p:nvPr/>
        </p:nvCxnSpPr>
        <p:spPr>
          <a:xfrm flipH="1" flipV="1">
            <a:off x="662700" y="5038213"/>
            <a:ext cx="369260" cy="367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6AEC29-CB35-8EE9-9A34-E47A0EFFB08E}"/>
              </a:ext>
            </a:extLst>
          </p:cNvPr>
          <p:cNvCxnSpPr>
            <a:cxnSpLocks/>
          </p:cNvCxnSpPr>
          <p:nvPr/>
        </p:nvCxnSpPr>
        <p:spPr>
          <a:xfrm flipH="1" flipV="1">
            <a:off x="1576990" y="5958724"/>
            <a:ext cx="369260" cy="367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BDEDB4A-CC00-CF2D-1D42-432DA26E43ED}"/>
              </a:ext>
            </a:extLst>
          </p:cNvPr>
          <p:cNvSpPr txBox="1"/>
          <p:nvPr/>
        </p:nvSpPr>
        <p:spPr>
          <a:xfrm>
            <a:off x="7603466" y="178899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34D253-3479-F126-E65C-01E42187E351}"/>
              </a:ext>
            </a:extLst>
          </p:cNvPr>
          <p:cNvSpPr txBox="1"/>
          <p:nvPr/>
        </p:nvSpPr>
        <p:spPr>
          <a:xfrm>
            <a:off x="7581700" y="2304516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0B7D49-384E-DFD3-80CF-77ED0D409BF7}"/>
              </a:ext>
            </a:extLst>
          </p:cNvPr>
          <p:cNvSpPr txBox="1"/>
          <p:nvPr/>
        </p:nvSpPr>
        <p:spPr>
          <a:xfrm>
            <a:off x="7387145" y="2472927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2F4BBE-03BD-E16F-F7B0-B067A2CB99CE}"/>
              </a:ext>
            </a:extLst>
          </p:cNvPr>
          <p:cNvSpPr txBox="1"/>
          <p:nvPr/>
        </p:nvSpPr>
        <p:spPr>
          <a:xfrm>
            <a:off x="7207079" y="162037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20CA045-0AC3-EDF3-BF80-25935BF4ACDA}"/>
              </a:ext>
            </a:extLst>
          </p:cNvPr>
          <p:cNvSpPr/>
          <p:nvPr/>
        </p:nvSpPr>
        <p:spPr>
          <a:xfrm>
            <a:off x="812850" y="793398"/>
            <a:ext cx="1831228" cy="183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EA53DF-9445-BE3B-500E-583C61FF7DDE}"/>
              </a:ext>
            </a:extLst>
          </p:cNvPr>
          <p:cNvSpPr/>
          <p:nvPr/>
        </p:nvSpPr>
        <p:spPr>
          <a:xfrm rot="18900000">
            <a:off x="812850" y="793397"/>
            <a:ext cx="1831228" cy="1831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1C9A230-2795-B58B-32E0-1CA22DF8C1B3}"/>
              </a:ext>
            </a:extLst>
          </p:cNvPr>
          <p:cNvCxnSpPr/>
          <p:nvPr/>
        </p:nvCxnSpPr>
        <p:spPr>
          <a:xfrm>
            <a:off x="1728464" y="414137"/>
            <a:ext cx="0" cy="258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F573B8-3EDD-97DD-5642-8FFF5E7CDE7A}"/>
              </a:ext>
            </a:extLst>
          </p:cNvPr>
          <p:cNvCxnSpPr/>
          <p:nvPr/>
        </p:nvCxnSpPr>
        <p:spPr>
          <a:xfrm>
            <a:off x="433590" y="1709011"/>
            <a:ext cx="2589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6DBA10-C022-39EC-AFE5-E04A01791D3D}"/>
              </a:ext>
            </a:extLst>
          </p:cNvPr>
          <p:cNvCxnSpPr/>
          <p:nvPr/>
        </p:nvCxnSpPr>
        <p:spPr>
          <a:xfrm>
            <a:off x="2094350" y="793398"/>
            <a:ext cx="0" cy="526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9B69047-E61C-A871-F918-F816D23D5E5B}"/>
              </a:ext>
            </a:extLst>
          </p:cNvPr>
          <p:cNvCxnSpPr/>
          <p:nvPr/>
        </p:nvCxnSpPr>
        <p:spPr>
          <a:xfrm>
            <a:off x="2094350" y="1322545"/>
            <a:ext cx="5442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10834AA-278C-0291-E9DE-8B5E341F4125}"/>
              </a:ext>
            </a:extLst>
          </p:cNvPr>
          <p:cNvSpPr txBox="1"/>
          <p:nvPr/>
        </p:nvSpPr>
        <p:spPr>
          <a:xfrm>
            <a:off x="1810323" y="619291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40C521-8343-A496-1FD3-CB8D35CEE355}"/>
              </a:ext>
            </a:extLst>
          </p:cNvPr>
          <p:cNvSpPr txBox="1"/>
          <p:nvPr/>
        </p:nvSpPr>
        <p:spPr>
          <a:xfrm>
            <a:off x="2658207" y="892317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6F974F-AD88-2BA3-8FFD-82D4D6ABB125}"/>
              </a:ext>
            </a:extLst>
          </p:cNvPr>
          <p:cNvSpPr txBox="1"/>
          <p:nvPr/>
        </p:nvSpPr>
        <p:spPr>
          <a:xfrm>
            <a:off x="2297355" y="571394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F10698-95F0-1690-8742-59D62B5916E2}"/>
              </a:ext>
            </a:extLst>
          </p:cNvPr>
          <p:cNvSpPr txBox="1"/>
          <p:nvPr/>
        </p:nvSpPr>
        <p:spPr>
          <a:xfrm>
            <a:off x="2503704" y="138052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B934C7C-429E-3C84-EF99-589CFF34026C}"/>
              </a:ext>
            </a:extLst>
          </p:cNvPr>
          <p:cNvSpPr/>
          <p:nvPr/>
        </p:nvSpPr>
        <p:spPr>
          <a:xfrm>
            <a:off x="2094350" y="793398"/>
            <a:ext cx="544285" cy="526785"/>
          </a:xfrm>
          <a:prstGeom prst="rect">
            <a:avLst/>
          </a:pr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146D2E6-2F49-8038-31BE-32444BD38317}"/>
              </a:ext>
            </a:extLst>
          </p:cNvPr>
          <p:cNvSpPr/>
          <p:nvPr/>
        </p:nvSpPr>
        <p:spPr>
          <a:xfrm rot="18900000">
            <a:off x="9490811" y="742620"/>
            <a:ext cx="1831228" cy="1831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6D35CAF-122B-7ADB-CA8D-FC67F770AFB9}"/>
              </a:ext>
            </a:extLst>
          </p:cNvPr>
          <p:cNvCxnSpPr/>
          <p:nvPr/>
        </p:nvCxnSpPr>
        <p:spPr>
          <a:xfrm>
            <a:off x="10406425" y="363360"/>
            <a:ext cx="0" cy="258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54C962A-6DF8-85F1-33CF-4F57DE588E66}"/>
              </a:ext>
            </a:extLst>
          </p:cNvPr>
          <p:cNvCxnSpPr/>
          <p:nvPr/>
        </p:nvCxnSpPr>
        <p:spPr>
          <a:xfrm>
            <a:off x="9111551" y="1658234"/>
            <a:ext cx="2589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71D0A0C-EA2C-B590-02C4-566527E57EBC}"/>
              </a:ext>
            </a:extLst>
          </p:cNvPr>
          <p:cNvCxnSpPr/>
          <p:nvPr/>
        </p:nvCxnSpPr>
        <p:spPr>
          <a:xfrm>
            <a:off x="10772311" y="742621"/>
            <a:ext cx="0" cy="526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B47DDAC-71B1-460A-E3B1-013B57F375A8}"/>
              </a:ext>
            </a:extLst>
          </p:cNvPr>
          <p:cNvCxnSpPr/>
          <p:nvPr/>
        </p:nvCxnSpPr>
        <p:spPr>
          <a:xfrm>
            <a:off x="10772311" y="1271768"/>
            <a:ext cx="5442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4E3CD91-E95D-D71A-30BC-E7BF299975BF}"/>
              </a:ext>
            </a:extLst>
          </p:cNvPr>
          <p:cNvSpPr txBox="1"/>
          <p:nvPr/>
        </p:nvSpPr>
        <p:spPr>
          <a:xfrm>
            <a:off x="10380512" y="2281136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2E14CB-CA87-F686-11EE-D92AF10DB469}"/>
              </a:ext>
            </a:extLst>
          </p:cNvPr>
          <p:cNvSpPr txBox="1"/>
          <p:nvPr/>
        </p:nvSpPr>
        <p:spPr>
          <a:xfrm>
            <a:off x="10563454" y="2138672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F245B93-9BB7-7BC2-E0BC-49D6ACD15EB9}"/>
              </a:ext>
            </a:extLst>
          </p:cNvPr>
          <p:cNvSpPr txBox="1"/>
          <p:nvPr/>
        </p:nvSpPr>
        <p:spPr>
          <a:xfrm>
            <a:off x="10380512" y="1810479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A40E4B2-C753-2ED4-E531-797B10717BD9}"/>
              </a:ext>
            </a:extLst>
          </p:cNvPr>
          <p:cNvSpPr txBox="1"/>
          <p:nvPr/>
        </p:nvSpPr>
        <p:spPr>
          <a:xfrm>
            <a:off x="10380512" y="257384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164170-BFA0-FBDA-C3DB-69961E37C8CD}"/>
              </a:ext>
            </a:extLst>
          </p:cNvPr>
          <p:cNvSpPr txBox="1"/>
          <p:nvPr/>
        </p:nvSpPr>
        <p:spPr>
          <a:xfrm>
            <a:off x="10153960" y="2443369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AFB67C-32EE-6138-5D79-465EAA397F48}"/>
              </a:ext>
            </a:extLst>
          </p:cNvPr>
          <p:cNvCxnSpPr/>
          <p:nvPr/>
        </p:nvCxnSpPr>
        <p:spPr>
          <a:xfrm>
            <a:off x="6080786" y="5141487"/>
            <a:ext cx="258974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2938F3C8-3A32-8C75-8EAA-3E74C8D8DE24}"/>
              </a:ext>
            </a:extLst>
          </p:cNvPr>
          <p:cNvSpPr/>
          <p:nvPr/>
        </p:nvSpPr>
        <p:spPr>
          <a:xfrm>
            <a:off x="6460046" y="4225874"/>
            <a:ext cx="1831228" cy="183122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0F99D5-00F9-51F9-E31A-EB0E723DF7F1}"/>
              </a:ext>
            </a:extLst>
          </p:cNvPr>
          <p:cNvSpPr/>
          <p:nvPr/>
        </p:nvSpPr>
        <p:spPr>
          <a:xfrm rot="18900000">
            <a:off x="6460046" y="4225873"/>
            <a:ext cx="1831228" cy="1831228"/>
          </a:xfrm>
          <a:prstGeom prst="rect">
            <a:avLst/>
          </a:prstGeom>
          <a:noFill/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7B93F3E-F33D-69AC-38ED-8E9550FF6CF5}"/>
              </a:ext>
            </a:extLst>
          </p:cNvPr>
          <p:cNvCxnSpPr/>
          <p:nvPr/>
        </p:nvCxnSpPr>
        <p:spPr>
          <a:xfrm>
            <a:off x="7375660" y="3846613"/>
            <a:ext cx="0" cy="258974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80723AE-7206-66F7-B7C1-418F702D1DAF}"/>
              </a:ext>
            </a:extLst>
          </p:cNvPr>
          <p:cNvCxnSpPr/>
          <p:nvPr/>
        </p:nvCxnSpPr>
        <p:spPr>
          <a:xfrm>
            <a:off x="7741546" y="4225874"/>
            <a:ext cx="0" cy="526785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4051BCF-858A-C9D1-E868-185F1017E46C}"/>
              </a:ext>
            </a:extLst>
          </p:cNvPr>
          <p:cNvCxnSpPr/>
          <p:nvPr/>
        </p:nvCxnSpPr>
        <p:spPr>
          <a:xfrm>
            <a:off x="7741546" y="4755021"/>
            <a:ext cx="544285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C0A8B5ED-E595-4689-C7BA-5332DCE68DE2}"/>
              </a:ext>
            </a:extLst>
          </p:cNvPr>
          <p:cNvSpPr/>
          <p:nvPr/>
        </p:nvSpPr>
        <p:spPr>
          <a:xfrm>
            <a:off x="9680631" y="4204195"/>
            <a:ext cx="1831228" cy="183122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03E2788-AA9D-7D37-D7ED-3F6129996C14}"/>
              </a:ext>
            </a:extLst>
          </p:cNvPr>
          <p:cNvSpPr/>
          <p:nvPr/>
        </p:nvSpPr>
        <p:spPr>
          <a:xfrm rot="18900000">
            <a:off x="9680631" y="4204194"/>
            <a:ext cx="1831228" cy="1831228"/>
          </a:xfrm>
          <a:prstGeom prst="rect">
            <a:avLst/>
          </a:prstGeom>
          <a:noFill/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6897CC2-213D-65FC-B43A-7F277145A398}"/>
              </a:ext>
            </a:extLst>
          </p:cNvPr>
          <p:cNvCxnSpPr/>
          <p:nvPr/>
        </p:nvCxnSpPr>
        <p:spPr>
          <a:xfrm>
            <a:off x="10596245" y="3824934"/>
            <a:ext cx="0" cy="258974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BDBBF5A-4071-496D-82DA-40BC7DE352FF}"/>
              </a:ext>
            </a:extLst>
          </p:cNvPr>
          <p:cNvCxnSpPr/>
          <p:nvPr/>
        </p:nvCxnSpPr>
        <p:spPr>
          <a:xfrm>
            <a:off x="9301371" y="5119808"/>
            <a:ext cx="258974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A953495-8EE3-E25F-F74A-5F86B2CA3816}"/>
              </a:ext>
            </a:extLst>
          </p:cNvPr>
          <p:cNvCxnSpPr>
            <a:cxnSpLocks/>
          </p:cNvCxnSpPr>
          <p:nvPr/>
        </p:nvCxnSpPr>
        <p:spPr>
          <a:xfrm>
            <a:off x="10601560" y="5671749"/>
            <a:ext cx="365760" cy="3657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3EE2632-651E-A645-0D0D-3595FB4F4F16}"/>
              </a:ext>
            </a:extLst>
          </p:cNvPr>
          <p:cNvSpPr txBox="1"/>
          <p:nvPr/>
        </p:nvSpPr>
        <p:spPr>
          <a:xfrm>
            <a:off x="10381479" y="5949508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0C1F63-A993-3E4B-9B83-7D9BE96B1EAD}"/>
              </a:ext>
            </a:extLst>
          </p:cNvPr>
          <p:cNvSpPr txBox="1"/>
          <p:nvPr/>
        </p:nvSpPr>
        <p:spPr>
          <a:xfrm>
            <a:off x="10201413" y="5096959"/>
            <a:ext cx="215544" cy="2777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3C9DBA67-5496-6FB4-B1D9-8C9FCF6AC80A}"/>
              </a:ext>
            </a:extLst>
          </p:cNvPr>
          <p:cNvSpPr/>
          <p:nvPr/>
        </p:nvSpPr>
        <p:spPr>
          <a:xfrm>
            <a:off x="6253459" y="4027205"/>
            <a:ext cx="2252547" cy="2261467"/>
          </a:xfrm>
          <a:custGeom>
            <a:avLst/>
            <a:gdLst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51954 w 2252547"/>
              <a:gd name="csY14" fmla="*/ 896558 h 2261467"/>
              <a:gd name="csX15" fmla="*/ 856414 w 2252547"/>
              <a:gd name="csY15" fmla="*/ 196261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51954 w 2252547"/>
              <a:gd name="csY14" fmla="*/ 896558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92098 w 2252547"/>
              <a:gd name="csY14" fmla="*/ 905479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0763 w 2252547"/>
              <a:gd name="csY3" fmla="*/ 907190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35163 w 2252547"/>
              <a:gd name="csY2" fmla="*/ 904708 h 2261467"/>
              <a:gd name="csX3" fmla="*/ 2030763 w 2252547"/>
              <a:gd name="csY3" fmla="*/ 907190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52547" h="2261467">
                <a:moveTo>
                  <a:pt x="1119583" y="0"/>
                </a:moveTo>
                <a:lnTo>
                  <a:pt x="1311384" y="200722"/>
                </a:lnTo>
                <a:cubicBezTo>
                  <a:pt x="1312871" y="419286"/>
                  <a:pt x="1333676" y="686144"/>
                  <a:pt x="1335163" y="904708"/>
                </a:cubicBezTo>
                <a:lnTo>
                  <a:pt x="2030763" y="907190"/>
                </a:lnTo>
                <a:lnTo>
                  <a:pt x="2252547" y="1115122"/>
                </a:lnTo>
                <a:lnTo>
                  <a:pt x="2029522" y="1329225"/>
                </a:lnTo>
                <a:lnTo>
                  <a:pt x="1338147" y="1333685"/>
                </a:lnTo>
                <a:lnTo>
                  <a:pt x="1329226" y="2029522"/>
                </a:lnTo>
                <a:lnTo>
                  <a:pt x="1119583" y="2261467"/>
                </a:lnTo>
                <a:lnTo>
                  <a:pt x="883177" y="2020601"/>
                </a:lnTo>
                <a:cubicBezTo>
                  <a:pt x="881690" y="1797576"/>
                  <a:pt x="880204" y="1574552"/>
                  <a:pt x="878717" y="1351527"/>
                </a:cubicBezTo>
                <a:lnTo>
                  <a:pt x="200722" y="1355988"/>
                </a:lnTo>
                <a:lnTo>
                  <a:pt x="0" y="1119582"/>
                </a:lnTo>
                <a:lnTo>
                  <a:pt x="205183" y="905479"/>
                </a:lnTo>
                <a:lnTo>
                  <a:pt x="901019" y="909940"/>
                </a:lnTo>
                <a:cubicBezTo>
                  <a:pt x="902506" y="676508"/>
                  <a:pt x="899531" y="438614"/>
                  <a:pt x="901018" y="205182"/>
                </a:cubicBezTo>
                <a:lnTo>
                  <a:pt x="1119583" y="0"/>
                </a:lnTo>
                <a:close/>
              </a:path>
            </a:pathLst>
          </a:cu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54190BC4-C328-FB59-2A02-8222CC1E133E}"/>
              </a:ext>
            </a:extLst>
          </p:cNvPr>
          <p:cNvSpPr/>
          <p:nvPr/>
        </p:nvSpPr>
        <p:spPr>
          <a:xfrm>
            <a:off x="7892438" y="4363218"/>
            <a:ext cx="273330" cy="275073"/>
          </a:xfrm>
          <a:custGeom>
            <a:avLst/>
            <a:gdLst>
              <a:gd name="csX0" fmla="*/ 0 w 276550"/>
              <a:gd name="csY0" fmla="*/ 4460 h 298852"/>
              <a:gd name="csX1" fmla="*/ 276550 w 276550"/>
              <a:gd name="csY1" fmla="*/ 0 h 298852"/>
              <a:gd name="csX2" fmla="*/ 276550 w 276550"/>
              <a:gd name="csY2" fmla="*/ 298852 h 298852"/>
              <a:gd name="csX3" fmla="*/ 13381 w 276550"/>
              <a:gd name="csY3" fmla="*/ 294392 h 298852"/>
              <a:gd name="csX4" fmla="*/ 0 w 276550"/>
              <a:gd name="csY4" fmla="*/ 4460 h 298852"/>
              <a:gd name="csX0" fmla="*/ 0 w 270110"/>
              <a:gd name="csY0" fmla="*/ 23779 h 298852"/>
              <a:gd name="csX1" fmla="*/ 270110 w 270110"/>
              <a:gd name="csY1" fmla="*/ 0 h 298852"/>
              <a:gd name="csX2" fmla="*/ 270110 w 270110"/>
              <a:gd name="csY2" fmla="*/ 298852 h 298852"/>
              <a:gd name="csX3" fmla="*/ 6941 w 270110"/>
              <a:gd name="csY3" fmla="*/ 294392 h 298852"/>
              <a:gd name="csX4" fmla="*/ 0 w 270110"/>
              <a:gd name="csY4" fmla="*/ 23779 h 298852"/>
              <a:gd name="csX0" fmla="*/ 0 w 273330"/>
              <a:gd name="csY0" fmla="*/ 0 h 275073"/>
              <a:gd name="csX1" fmla="*/ 273330 w 273330"/>
              <a:gd name="csY1" fmla="*/ 5199 h 275073"/>
              <a:gd name="csX2" fmla="*/ 270110 w 273330"/>
              <a:gd name="csY2" fmla="*/ 275073 h 275073"/>
              <a:gd name="csX3" fmla="*/ 6941 w 273330"/>
              <a:gd name="csY3" fmla="*/ 270613 h 275073"/>
              <a:gd name="csX4" fmla="*/ 0 w 273330"/>
              <a:gd name="csY4" fmla="*/ 0 h 275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3330" h="275073">
                <a:moveTo>
                  <a:pt x="0" y="0"/>
                </a:moveTo>
                <a:lnTo>
                  <a:pt x="273330" y="5199"/>
                </a:lnTo>
                <a:cubicBezTo>
                  <a:pt x="272257" y="95157"/>
                  <a:pt x="271183" y="185115"/>
                  <a:pt x="270110" y="275073"/>
                </a:cubicBezTo>
                <a:lnTo>
                  <a:pt x="6941" y="270613"/>
                </a:lnTo>
                <a:cubicBezTo>
                  <a:pt x="5454" y="173969"/>
                  <a:pt x="10408" y="96644"/>
                  <a:pt x="0" y="0"/>
                </a:cubicBezTo>
                <a:close/>
              </a:path>
            </a:pathLst>
          </a:cu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8491CB4-FB89-4BA8-8A04-1075C72EABB5}"/>
              </a:ext>
            </a:extLst>
          </p:cNvPr>
          <p:cNvCxnSpPr>
            <a:cxnSpLocks/>
          </p:cNvCxnSpPr>
          <p:nvPr/>
        </p:nvCxnSpPr>
        <p:spPr>
          <a:xfrm>
            <a:off x="7999370" y="4752659"/>
            <a:ext cx="0" cy="18295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F346581A-9EE7-B12A-9527-47F98AAD6C60}"/>
              </a:ext>
            </a:extLst>
          </p:cNvPr>
          <p:cNvSpPr txBox="1"/>
          <p:nvPr/>
        </p:nvSpPr>
        <p:spPr>
          <a:xfrm>
            <a:off x="7623308" y="4567687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/>
              <a:t>g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7BB0644-0A24-1423-6211-E20AB6532328}"/>
              </a:ext>
            </a:extLst>
          </p:cNvPr>
          <p:cNvCxnSpPr>
            <a:cxnSpLocks/>
          </p:cNvCxnSpPr>
          <p:nvPr/>
        </p:nvCxnSpPr>
        <p:spPr>
          <a:xfrm flipH="1">
            <a:off x="7582248" y="4578165"/>
            <a:ext cx="15929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242C5C5-1BB9-1D6F-4914-58D82F5BB8FE}"/>
              </a:ext>
            </a:extLst>
          </p:cNvPr>
          <p:cNvSpPr txBox="1"/>
          <p:nvPr/>
        </p:nvSpPr>
        <p:spPr>
          <a:xfrm>
            <a:off x="8030781" y="4727829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/>
              <a:t>g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0754267-61F9-F726-8087-C09BBDCB854D}"/>
              </a:ext>
            </a:extLst>
          </p:cNvPr>
          <p:cNvCxnSpPr>
            <a:cxnSpLocks/>
          </p:cNvCxnSpPr>
          <p:nvPr/>
        </p:nvCxnSpPr>
        <p:spPr>
          <a:xfrm flipV="1">
            <a:off x="8013688" y="4626011"/>
            <a:ext cx="0" cy="11534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41C286C-E73C-C1EA-D620-A308903E32E3}"/>
              </a:ext>
            </a:extLst>
          </p:cNvPr>
          <p:cNvSpPr txBox="1"/>
          <p:nvPr/>
        </p:nvSpPr>
        <p:spPr>
          <a:xfrm>
            <a:off x="8033074" y="4586895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/>
              <a:t>g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5A96DC9-B5A9-D5AC-9739-68748039E401}"/>
              </a:ext>
            </a:extLst>
          </p:cNvPr>
          <p:cNvCxnSpPr>
            <a:cxnSpLocks/>
          </p:cNvCxnSpPr>
          <p:nvPr/>
        </p:nvCxnSpPr>
        <p:spPr>
          <a:xfrm>
            <a:off x="7741546" y="4500754"/>
            <a:ext cx="138793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583C778-7B4E-8A42-E55F-F50EA74F83B8}"/>
              </a:ext>
            </a:extLst>
          </p:cNvPr>
          <p:cNvSpPr txBox="1"/>
          <p:nvPr/>
        </p:nvSpPr>
        <p:spPr>
          <a:xfrm>
            <a:off x="7774521" y="4463490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/>
              <a:t>g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FE5E459-AF74-0314-F577-F5A963746B4B}"/>
              </a:ext>
            </a:extLst>
          </p:cNvPr>
          <p:cNvCxnSpPr>
            <a:cxnSpLocks/>
          </p:cNvCxnSpPr>
          <p:nvPr/>
        </p:nvCxnSpPr>
        <p:spPr>
          <a:xfrm flipH="1">
            <a:off x="8388913" y="4935614"/>
            <a:ext cx="89065" cy="8539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C20B2BE-D2CB-275E-C298-6F65BFF126E6}"/>
              </a:ext>
            </a:extLst>
          </p:cNvPr>
          <p:cNvSpPr txBox="1"/>
          <p:nvPr/>
        </p:nvSpPr>
        <p:spPr>
          <a:xfrm>
            <a:off x="8383721" y="4789025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/>
              <a:t>g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062065F-5684-9EBA-252F-216B9A7B5CF5}"/>
              </a:ext>
            </a:extLst>
          </p:cNvPr>
          <p:cNvCxnSpPr>
            <a:cxnSpLocks/>
          </p:cNvCxnSpPr>
          <p:nvPr/>
        </p:nvCxnSpPr>
        <p:spPr>
          <a:xfrm flipH="1">
            <a:off x="8511236" y="5141487"/>
            <a:ext cx="159298" cy="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EFF5E2E-2C98-80CA-2F93-FA0E619A1B22}"/>
              </a:ext>
            </a:extLst>
          </p:cNvPr>
          <p:cNvSpPr txBox="1"/>
          <p:nvPr/>
        </p:nvSpPr>
        <p:spPr>
          <a:xfrm>
            <a:off x="8590885" y="5104846"/>
            <a:ext cx="180991" cy="2319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h=g*sqrt(2)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2E098C9-2D02-9066-C77B-2923A4D4918F}"/>
              </a:ext>
            </a:extLst>
          </p:cNvPr>
          <p:cNvCxnSpPr>
            <a:cxnSpLocks/>
          </p:cNvCxnSpPr>
          <p:nvPr/>
        </p:nvCxnSpPr>
        <p:spPr>
          <a:xfrm flipV="1">
            <a:off x="10230296" y="5671749"/>
            <a:ext cx="365760" cy="3657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>
            <a:extLst>
              <a:ext uri="{FF2B5EF4-FFF2-40B4-BE49-F238E27FC236}">
                <a16:creationId xmlns:a16="http://schemas.microsoft.com/office/drawing/2014/main" id="{8206AE6F-1CFA-420E-3962-6661E9296ED9}"/>
              </a:ext>
            </a:extLst>
          </p:cNvPr>
          <p:cNvSpPr/>
          <p:nvPr/>
        </p:nvSpPr>
        <p:spPr>
          <a:xfrm rot="2700000">
            <a:off x="9469782" y="3989074"/>
            <a:ext cx="2252547" cy="2261467"/>
          </a:xfrm>
          <a:custGeom>
            <a:avLst/>
            <a:gdLst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51954 w 2252547"/>
              <a:gd name="csY14" fmla="*/ 896558 h 2261467"/>
              <a:gd name="csX15" fmla="*/ 856414 w 2252547"/>
              <a:gd name="csY15" fmla="*/ 196261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51954 w 2252547"/>
              <a:gd name="csY14" fmla="*/ 896558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892098 w 2252547"/>
              <a:gd name="csY14" fmla="*/ 905479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3983 w 2252547"/>
              <a:gd name="csY3" fmla="*/ 865334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15844 w 2252547"/>
              <a:gd name="csY2" fmla="*/ 856413 h 2261467"/>
              <a:gd name="csX3" fmla="*/ 2030763 w 2252547"/>
              <a:gd name="csY3" fmla="*/ 907190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  <a:gd name="csX0" fmla="*/ 1119583 w 2252547"/>
              <a:gd name="csY0" fmla="*/ 0 h 2261467"/>
              <a:gd name="csX1" fmla="*/ 1311384 w 2252547"/>
              <a:gd name="csY1" fmla="*/ 200722 h 2261467"/>
              <a:gd name="csX2" fmla="*/ 1335163 w 2252547"/>
              <a:gd name="csY2" fmla="*/ 904708 h 2261467"/>
              <a:gd name="csX3" fmla="*/ 2030763 w 2252547"/>
              <a:gd name="csY3" fmla="*/ 907190 h 2261467"/>
              <a:gd name="csX4" fmla="*/ 2252547 w 2252547"/>
              <a:gd name="csY4" fmla="*/ 1115122 h 2261467"/>
              <a:gd name="csX5" fmla="*/ 2029522 w 2252547"/>
              <a:gd name="csY5" fmla="*/ 1329225 h 2261467"/>
              <a:gd name="csX6" fmla="*/ 1338147 w 2252547"/>
              <a:gd name="csY6" fmla="*/ 1333685 h 2261467"/>
              <a:gd name="csX7" fmla="*/ 1329226 w 2252547"/>
              <a:gd name="csY7" fmla="*/ 2029522 h 2261467"/>
              <a:gd name="csX8" fmla="*/ 1119583 w 2252547"/>
              <a:gd name="csY8" fmla="*/ 2261467 h 2261467"/>
              <a:gd name="csX9" fmla="*/ 883177 w 2252547"/>
              <a:gd name="csY9" fmla="*/ 2020601 h 2261467"/>
              <a:gd name="csX10" fmla="*/ 878717 w 2252547"/>
              <a:gd name="csY10" fmla="*/ 1351527 h 2261467"/>
              <a:gd name="csX11" fmla="*/ 200722 w 2252547"/>
              <a:gd name="csY11" fmla="*/ 1355988 h 2261467"/>
              <a:gd name="csX12" fmla="*/ 0 w 2252547"/>
              <a:gd name="csY12" fmla="*/ 1119582 h 2261467"/>
              <a:gd name="csX13" fmla="*/ 205183 w 2252547"/>
              <a:gd name="csY13" fmla="*/ 905479 h 2261467"/>
              <a:gd name="csX14" fmla="*/ 901019 w 2252547"/>
              <a:gd name="csY14" fmla="*/ 909940 h 2261467"/>
              <a:gd name="csX15" fmla="*/ 901018 w 2252547"/>
              <a:gd name="csY15" fmla="*/ 205182 h 2261467"/>
              <a:gd name="csX16" fmla="*/ 1119583 w 2252547"/>
              <a:gd name="csY16" fmla="*/ 0 h 2261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52547" h="2261467">
                <a:moveTo>
                  <a:pt x="1119583" y="0"/>
                </a:moveTo>
                <a:lnTo>
                  <a:pt x="1311384" y="200722"/>
                </a:lnTo>
                <a:cubicBezTo>
                  <a:pt x="1312871" y="419286"/>
                  <a:pt x="1333676" y="686144"/>
                  <a:pt x="1335163" y="904708"/>
                </a:cubicBezTo>
                <a:lnTo>
                  <a:pt x="2030763" y="907190"/>
                </a:lnTo>
                <a:lnTo>
                  <a:pt x="2252547" y="1115122"/>
                </a:lnTo>
                <a:lnTo>
                  <a:pt x="2029522" y="1329225"/>
                </a:lnTo>
                <a:lnTo>
                  <a:pt x="1338147" y="1333685"/>
                </a:lnTo>
                <a:lnTo>
                  <a:pt x="1329226" y="2029522"/>
                </a:lnTo>
                <a:lnTo>
                  <a:pt x="1119583" y="2261467"/>
                </a:lnTo>
                <a:lnTo>
                  <a:pt x="883177" y="2020601"/>
                </a:lnTo>
                <a:cubicBezTo>
                  <a:pt x="881690" y="1797576"/>
                  <a:pt x="880204" y="1574552"/>
                  <a:pt x="878717" y="1351527"/>
                </a:cubicBezTo>
                <a:lnTo>
                  <a:pt x="200722" y="1355988"/>
                </a:lnTo>
                <a:lnTo>
                  <a:pt x="0" y="1119582"/>
                </a:lnTo>
                <a:lnTo>
                  <a:pt x="205183" y="905479"/>
                </a:lnTo>
                <a:lnTo>
                  <a:pt x="901019" y="909940"/>
                </a:lnTo>
                <a:cubicBezTo>
                  <a:pt x="902506" y="676508"/>
                  <a:pt x="899531" y="438614"/>
                  <a:pt x="901018" y="205182"/>
                </a:cubicBezTo>
                <a:lnTo>
                  <a:pt x="1119583" y="0"/>
                </a:lnTo>
                <a:close/>
              </a:path>
            </a:pathLst>
          </a:cu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 117">
            <a:extLst>
              <a:ext uri="{FF2B5EF4-FFF2-40B4-BE49-F238E27FC236}">
                <a16:creationId xmlns:a16="http://schemas.microsoft.com/office/drawing/2014/main" id="{EE4C5955-4148-45A7-9ED7-5C20E6D9B91D}"/>
              </a:ext>
            </a:extLst>
          </p:cNvPr>
          <p:cNvSpPr/>
          <p:nvPr/>
        </p:nvSpPr>
        <p:spPr>
          <a:xfrm rot="2700000">
            <a:off x="10463929" y="5899972"/>
            <a:ext cx="273330" cy="275073"/>
          </a:xfrm>
          <a:custGeom>
            <a:avLst/>
            <a:gdLst>
              <a:gd name="csX0" fmla="*/ 0 w 276550"/>
              <a:gd name="csY0" fmla="*/ 4460 h 298852"/>
              <a:gd name="csX1" fmla="*/ 276550 w 276550"/>
              <a:gd name="csY1" fmla="*/ 0 h 298852"/>
              <a:gd name="csX2" fmla="*/ 276550 w 276550"/>
              <a:gd name="csY2" fmla="*/ 298852 h 298852"/>
              <a:gd name="csX3" fmla="*/ 13381 w 276550"/>
              <a:gd name="csY3" fmla="*/ 294392 h 298852"/>
              <a:gd name="csX4" fmla="*/ 0 w 276550"/>
              <a:gd name="csY4" fmla="*/ 4460 h 298852"/>
              <a:gd name="csX0" fmla="*/ 0 w 270110"/>
              <a:gd name="csY0" fmla="*/ 23779 h 298852"/>
              <a:gd name="csX1" fmla="*/ 270110 w 270110"/>
              <a:gd name="csY1" fmla="*/ 0 h 298852"/>
              <a:gd name="csX2" fmla="*/ 270110 w 270110"/>
              <a:gd name="csY2" fmla="*/ 298852 h 298852"/>
              <a:gd name="csX3" fmla="*/ 6941 w 270110"/>
              <a:gd name="csY3" fmla="*/ 294392 h 298852"/>
              <a:gd name="csX4" fmla="*/ 0 w 270110"/>
              <a:gd name="csY4" fmla="*/ 23779 h 298852"/>
              <a:gd name="csX0" fmla="*/ 0 w 273330"/>
              <a:gd name="csY0" fmla="*/ 0 h 275073"/>
              <a:gd name="csX1" fmla="*/ 273330 w 273330"/>
              <a:gd name="csY1" fmla="*/ 5199 h 275073"/>
              <a:gd name="csX2" fmla="*/ 270110 w 273330"/>
              <a:gd name="csY2" fmla="*/ 275073 h 275073"/>
              <a:gd name="csX3" fmla="*/ 6941 w 273330"/>
              <a:gd name="csY3" fmla="*/ 270613 h 275073"/>
              <a:gd name="csX4" fmla="*/ 0 w 273330"/>
              <a:gd name="csY4" fmla="*/ 0 h 275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3330" h="275073">
                <a:moveTo>
                  <a:pt x="0" y="0"/>
                </a:moveTo>
                <a:lnTo>
                  <a:pt x="273330" y="5199"/>
                </a:lnTo>
                <a:cubicBezTo>
                  <a:pt x="272257" y="95157"/>
                  <a:pt x="271183" y="185115"/>
                  <a:pt x="270110" y="275073"/>
                </a:cubicBezTo>
                <a:lnTo>
                  <a:pt x="6941" y="270613"/>
                </a:lnTo>
                <a:cubicBezTo>
                  <a:pt x="5454" y="173969"/>
                  <a:pt x="10408" y="96644"/>
                  <a:pt x="0" y="0"/>
                </a:cubicBezTo>
                <a:close/>
              </a:path>
            </a:pathLst>
          </a:cu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3781EF0-46E8-AB79-A9E4-BEA921512930}"/>
              </a:ext>
            </a:extLst>
          </p:cNvPr>
          <p:cNvCxnSpPr>
            <a:cxnSpLocks/>
          </p:cNvCxnSpPr>
          <p:nvPr/>
        </p:nvCxnSpPr>
        <p:spPr>
          <a:xfrm flipH="1">
            <a:off x="11409787" y="5898113"/>
            <a:ext cx="10207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42C35A6-A1E9-3D3D-F1CA-842D47D2A211}"/>
              </a:ext>
            </a:extLst>
          </p:cNvPr>
          <p:cNvCxnSpPr>
            <a:cxnSpLocks/>
          </p:cNvCxnSpPr>
          <p:nvPr/>
        </p:nvCxnSpPr>
        <p:spPr>
          <a:xfrm flipV="1">
            <a:off x="11101961" y="5904254"/>
            <a:ext cx="0" cy="13116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0F93422-25D0-2D1B-0C06-ECA598EFF9E9}"/>
              </a:ext>
            </a:extLst>
          </p:cNvPr>
          <p:cNvCxnSpPr>
            <a:cxnSpLocks/>
          </p:cNvCxnSpPr>
          <p:nvPr/>
        </p:nvCxnSpPr>
        <p:spPr>
          <a:xfrm flipV="1">
            <a:off x="10770313" y="5697781"/>
            <a:ext cx="90495" cy="11940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B2A1AE0-E6BA-33D6-4472-AA3253EE91D5}"/>
              </a:ext>
            </a:extLst>
          </p:cNvPr>
          <p:cNvCxnSpPr>
            <a:cxnSpLocks/>
          </p:cNvCxnSpPr>
          <p:nvPr/>
        </p:nvCxnSpPr>
        <p:spPr>
          <a:xfrm flipH="1">
            <a:off x="10687239" y="5854629"/>
            <a:ext cx="96793" cy="8772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12DA48A-102C-F0D3-6442-BDE356F74722}"/>
              </a:ext>
            </a:extLst>
          </p:cNvPr>
          <p:cNvCxnSpPr>
            <a:cxnSpLocks/>
          </p:cNvCxnSpPr>
          <p:nvPr/>
        </p:nvCxnSpPr>
        <p:spPr>
          <a:xfrm flipH="1">
            <a:off x="10808022" y="6035423"/>
            <a:ext cx="159298" cy="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3F5074F-FA31-4290-5428-9E8DC13B4480}"/>
              </a:ext>
            </a:extLst>
          </p:cNvPr>
          <p:cNvCxnSpPr>
            <a:cxnSpLocks/>
            <a:endCxn id="118" idx="2"/>
          </p:cNvCxnSpPr>
          <p:nvPr/>
        </p:nvCxnSpPr>
        <p:spPr>
          <a:xfrm flipV="1">
            <a:off x="10596055" y="6229121"/>
            <a:ext cx="1646" cy="185561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473B38A-7DA4-BCC3-3AD0-2A3D97429B2B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10601210" y="5675737"/>
            <a:ext cx="0" cy="167882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ECF3D5B-19B4-755C-C923-EDE28856EE9F}"/>
              </a:ext>
            </a:extLst>
          </p:cNvPr>
          <p:cNvCxnSpPr>
            <a:cxnSpLocks/>
          </p:cNvCxnSpPr>
          <p:nvPr/>
        </p:nvCxnSpPr>
        <p:spPr>
          <a:xfrm>
            <a:off x="10230296" y="6035423"/>
            <a:ext cx="182880" cy="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72F4FC1-F450-21EA-4F4B-ED4B8C240E4E}"/>
              </a:ext>
            </a:extLst>
          </p:cNvPr>
          <p:cNvCxnSpPr>
            <a:cxnSpLocks/>
            <a:endCxn id="117" idx="6"/>
          </p:cNvCxnSpPr>
          <p:nvPr/>
        </p:nvCxnSpPr>
        <p:spPr>
          <a:xfrm flipV="1">
            <a:off x="10602364" y="5413133"/>
            <a:ext cx="0" cy="254431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8FB36CB-82A6-0608-EB16-2CD332A37CFD}"/>
              </a:ext>
            </a:extLst>
          </p:cNvPr>
          <p:cNvCxnSpPr>
            <a:cxnSpLocks/>
          </p:cNvCxnSpPr>
          <p:nvPr/>
        </p:nvCxnSpPr>
        <p:spPr>
          <a:xfrm>
            <a:off x="10967320" y="6035423"/>
            <a:ext cx="139227" cy="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19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53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 Wischik</dc:creator>
  <cp:lastModifiedBy>Lucian Wischik</cp:lastModifiedBy>
  <cp:revision>1</cp:revision>
  <dcterms:created xsi:type="dcterms:W3CDTF">2026-06-04T02:32:50Z</dcterms:created>
  <dcterms:modified xsi:type="dcterms:W3CDTF">2026-06-04T03:35:07Z</dcterms:modified>
</cp:coreProperties>
</file>